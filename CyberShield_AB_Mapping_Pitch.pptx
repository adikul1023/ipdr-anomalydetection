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Mapping A→B in IPDR Logs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Encrypted Traffic Correlation • Threat Enrichment • ML Anomalies</a:t>
            </a:r>
          </a:p>
          <a:p>
            <a:r>
              <a:t>National CyberShield Hackathon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IPDR captures source (A) → destination (B) metadata for internet sessions</a:t>
            </a:r>
          </a:p>
          <a:p>
            <a:pPr/>
            <a:r>
              <a:t>Encrypted apps (VPN/E2E) hide B, complicating investigations</a:t>
            </a:r>
          </a:p>
          <a:p>
            <a:pPr/>
            <a:r>
              <a:t>Need: map direct A→B + infer hidden A↔B via correlation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Ingest &amp; normalize IPDR logs</a:t>
            </a:r>
          </a:p>
          <a:p>
            <a:pPr/>
            <a:r>
              <a:t>Direct A→B mapping with stats (sessions, bytes, duration)</a:t>
            </a:r>
          </a:p>
          <a:p>
            <a:pPr/>
            <a:r>
              <a:t>Correlation engine for VPN/E2E (time overlap + traffic shape)</a:t>
            </a:r>
          </a:p>
          <a:p>
            <a:pPr/>
            <a:r>
              <a:t>Threat enrichment (stub) + ML anomaly detection</a:t>
            </a:r>
          </a:p>
          <a:p>
            <a:pPr/>
            <a:r>
              <a:t>Investigator-friendly Streamlit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Streamlit UI • Python (pandas, networkx, pyvis)</a:t>
            </a:r>
          </a:p>
          <a:p>
            <a:pPr/>
            <a:r>
              <a:t>CSV → Parser → Direct Edges</a:t>
            </a:r>
          </a:p>
          <a:p>
            <a:pPr/>
            <a:r>
              <a:t>Correlation Engine → Inferred A↔B links</a:t>
            </a:r>
          </a:p>
          <a:p>
            <a:pPr/>
            <a:r>
              <a:t>Threat Enrichment → Suspicious B nodes</a:t>
            </a:r>
          </a:p>
          <a:p>
            <a:pPr/>
            <a:r>
              <a:t>ML (IsolationForest) → Anomalous nodes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Identify relay candidates (dst_ip with multiple src_ip)</a:t>
            </a:r>
          </a:p>
          <a:p>
            <a:pPr/>
            <a:r>
              <a:t>Compute time-overlap of sessions per pair of A-parties</a:t>
            </a:r>
          </a:p>
          <a:p>
            <a:pPr/>
            <a:r>
              <a:t>Compute bytes-similarity (cosine of [sent, recv])</a:t>
            </a:r>
          </a:p>
          <a:p>
            <a:pPr/>
            <a:r>
              <a:t>Score = 0.6*overlap + 0.4*similarity; threshold configurable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&amp;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Rule-based flags: rare ports, many-to-one, one-to-many</a:t>
            </a:r>
          </a:p>
          <a:p>
            <a:pPr/>
            <a:r>
              <a:t>Unsupervised ML on node features (sessions, bytes, partners)</a:t>
            </a:r>
          </a:p>
          <a:p>
            <a:pPr/>
            <a:r>
              <a:t>Output: anomaly score + is_anomaly flag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Interactive network graph (green=direct, orange=inferred)</a:t>
            </a:r>
          </a:p>
          <a:p>
            <a:pPr/>
            <a:r>
              <a:t>Red B nodes: suspicious from threat stub</a:t>
            </a:r>
          </a:p>
          <a:p>
            <a:pPr/>
            <a:r>
              <a:t>Tables: top B, inferred pairs, anomalies</a:t>
            </a:r>
          </a:p>
          <a:p>
            <a:pPr/>
            <a:r>
              <a:t>Use provided sample dataset for reproducible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Mapping contacts even with encrypted transport</a:t>
            </a:r>
          </a:p>
          <a:p>
            <a:pPr/>
            <a:r>
              <a:t>Early detection of C2 servers / coordinated activity</a:t>
            </a:r>
          </a:p>
          <a:p>
            <a:pPr/>
            <a:r>
              <a:t>Prioritizing leads with ML scores + intel enrichment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Engineer: parsing &amp; ingestion</a:t>
            </a:r>
          </a:p>
          <a:p>
            <a:pPr/>
            <a:r>
              <a:t>Analyst: rules + correlation + enrichment</a:t>
            </a:r>
          </a:p>
          <a:p>
            <a:pPr/>
            <a:r>
              <a:t>Viz Dev: dashboard + graph</a:t>
            </a:r>
          </a:p>
          <a:p>
            <a:pPr/>
            <a:r>
              <a:t>ML: anomaly detection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